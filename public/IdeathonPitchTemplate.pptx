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TT Chocolates Bold" charset="1" panose="02000803020000020003"/>
      <p:regular r:id="rId17"/>
    </p:embeddedFont>
    <p:embeddedFont>
      <p:font typeface="TT Chocolates" charset="1" panose="02000503020000020003"/>
      <p:regular r:id="rId18"/>
    </p:embeddedFont>
    <p:embeddedFont>
      <p:font typeface="Montserrat" charset="1" panose="000005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https://flashforte2k26.vercel.app/ideathon/submit" TargetMode="External" Type="http://schemas.openxmlformats.org/officeDocument/2006/relationships/hyperlink"/><Relationship Id="rId6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19868" y="1120700"/>
            <a:ext cx="8286364" cy="7181212"/>
          </a:xfrm>
          <a:custGeom>
            <a:avLst/>
            <a:gdLst/>
            <a:ahLst/>
            <a:cxnLst/>
            <a:rect r="r" b="b" t="t" l="l"/>
            <a:pathLst>
              <a:path h="7181212" w="8286364">
                <a:moveTo>
                  <a:pt x="0" y="0"/>
                </a:moveTo>
                <a:lnTo>
                  <a:pt x="8286364" y="0"/>
                </a:lnTo>
                <a:lnTo>
                  <a:pt x="8286364" y="7181212"/>
                </a:lnTo>
                <a:lnTo>
                  <a:pt x="0" y="7181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-153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48572" y="2720598"/>
            <a:ext cx="12390855" cy="50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85"/>
              </a:lnSpc>
            </a:pPr>
            <a:r>
              <a:rPr lang="en-US" b="true" sz="13485" spc="-364">
                <a:solidFill>
                  <a:srgbClr val="1D34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IDEATHON 2K26</a:t>
            </a:r>
          </a:p>
          <a:p>
            <a:pPr algn="ctr" marL="0" indent="0" lvl="0">
              <a:lnSpc>
                <a:spcPts val="1105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300333" y="2179053"/>
            <a:ext cx="6580696" cy="4857750"/>
          </a:xfrm>
          <a:custGeom>
            <a:avLst/>
            <a:gdLst/>
            <a:ahLst/>
            <a:cxnLst/>
            <a:rect r="r" b="b" t="t" l="l"/>
            <a:pathLst>
              <a:path h="4857750" w="6580696">
                <a:moveTo>
                  <a:pt x="0" y="0"/>
                </a:moveTo>
                <a:lnTo>
                  <a:pt x="6580696" y="0"/>
                </a:lnTo>
                <a:lnTo>
                  <a:pt x="6580696" y="4857750"/>
                </a:lnTo>
                <a:lnTo>
                  <a:pt x="0" y="485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05718" y="7168186"/>
            <a:ext cx="1667534" cy="2557146"/>
          </a:xfrm>
          <a:custGeom>
            <a:avLst/>
            <a:gdLst/>
            <a:ahLst/>
            <a:cxnLst/>
            <a:rect r="r" b="b" t="t" l="l"/>
            <a:pathLst>
              <a:path h="2557146" w="1667534">
                <a:moveTo>
                  <a:pt x="0" y="0"/>
                </a:moveTo>
                <a:lnTo>
                  <a:pt x="1667533" y="0"/>
                </a:lnTo>
                <a:lnTo>
                  <a:pt x="1667533" y="2557146"/>
                </a:lnTo>
                <a:lnTo>
                  <a:pt x="0" y="25571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148" r="0" b="-914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395316" y="6951078"/>
            <a:ext cx="949736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1D348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CSI VNRVJIET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897880" y="6568735"/>
            <a:ext cx="6492240" cy="0"/>
          </a:xfrm>
          <a:prstGeom prst="line">
            <a:avLst/>
          </a:prstGeom>
          <a:ln cap="flat" w="38100">
            <a:solidFill>
              <a:srgbClr val="1D348A">
                <a:alpha val="6078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885433" y="5390973"/>
            <a:ext cx="1120285" cy="1470541"/>
          </a:xfrm>
          <a:custGeom>
            <a:avLst/>
            <a:gdLst/>
            <a:ahLst/>
            <a:cxnLst/>
            <a:rect r="r" b="b" t="t" l="l"/>
            <a:pathLst>
              <a:path h="1470541" w="1120285">
                <a:moveTo>
                  <a:pt x="0" y="0"/>
                </a:moveTo>
                <a:lnTo>
                  <a:pt x="1120285" y="0"/>
                </a:lnTo>
                <a:lnTo>
                  <a:pt x="1120285" y="1470542"/>
                </a:lnTo>
                <a:lnTo>
                  <a:pt x="0" y="14705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1000"/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2651615" y="9010707"/>
            <a:ext cx="1445487" cy="0"/>
          </a:xfrm>
          <a:prstGeom prst="line">
            <a:avLst/>
          </a:prstGeom>
          <a:ln cap="flat" w="38100">
            <a:solidFill>
              <a:srgbClr val="1D348A">
                <a:alpha val="46667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4097102" y="1028700"/>
            <a:ext cx="543033" cy="5430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40135" y="5583578"/>
            <a:ext cx="362022" cy="36202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84247" y="1293803"/>
            <a:ext cx="458941" cy="45894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95011" y="1028700"/>
            <a:ext cx="465272" cy="46527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89626" y="2017847"/>
            <a:ext cx="280071" cy="28007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35508" y="4175734"/>
            <a:ext cx="535572" cy="53557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71209" y="666678"/>
            <a:ext cx="362022" cy="36202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>
            <a:off x="4097102" y="6861515"/>
            <a:ext cx="11548936" cy="2461651"/>
          </a:xfrm>
          <a:custGeom>
            <a:avLst/>
            <a:gdLst/>
            <a:ahLst/>
            <a:cxnLst/>
            <a:rect r="r" b="b" t="t" l="l"/>
            <a:pathLst>
              <a:path h="2461651" w="11548936">
                <a:moveTo>
                  <a:pt x="0" y="2149192"/>
                </a:moveTo>
                <a:quadBezTo>
                  <a:pt x="13070490" y="3338670"/>
                  <a:pt x="11348473" y="0"/>
                </a:quadBezTo>
              </a:path>
            </a:pathLst>
          </a:custGeom>
          <a:ln cap="flat" w="38100">
            <a:solidFill>
              <a:srgbClr val="1D348A">
                <a:alpha val="3882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>
            <a:off x="7136419" y="6861515"/>
            <a:ext cx="8889588" cy="2339635"/>
          </a:xfrm>
          <a:custGeom>
            <a:avLst/>
            <a:gdLst/>
            <a:ahLst/>
            <a:cxnLst/>
            <a:rect r="r" b="b" t="t" l="l"/>
            <a:pathLst>
              <a:path h="2339635" w="8889588">
                <a:moveTo>
                  <a:pt x="0" y="2339635"/>
                </a:moveTo>
                <a:quadBezTo>
                  <a:pt x="11161108" y="1185324"/>
                  <a:pt x="8309156" y="0"/>
                </a:quadBezTo>
              </a:path>
            </a:pathLst>
          </a:custGeom>
          <a:ln cap="flat" w="38100">
            <a:solidFill>
              <a:srgbClr val="1D348A">
                <a:alpha val="31765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7082699" y="6037944"/>
            <a:ext cx="176601" cy="17660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329206" y="4367261"/>
            <a:ext cx="344046" cy="34404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09944" y="567618"/>
            <a:ext cx="461082" cy="461082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699158" y="2958429"/>
            <a:ext cx="280071" cy="28007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152053" y="4107090"/>
            <a:ext cx="432194" cy="432194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371544" y="7332073"/>
            <a:ext cx="280071" cy="280071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810884" y="8818912"/>
            <a:ext cx="1682185" cy="71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  <a:r>
              <a:rPr lang="en-US" sz="2097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07540"/>
          </a:xfrm>
          <a:custGeom>
            <a:avLst/>
            <a:gdLst/>
            <a:ahLst/>
            <a:cxnLst/>
            <a:rect r="r" b="b" t="t" l="l"/>
            <a:pathLst>
              <a:path h="607540" w="18288000">
                <a:moveTo>
                  <a:pt x="0" y="0"/>
                </a:moveTo>
                <a:lnTo>
                  <a:pt x="18288000" y="0"/>
                </a:lnTo>
                <a:lnTo>
                  <a:pt x="18288000" y="607540"/>
                </a:lnTo>
                <a:lnTo>
                  <a:pt x="0" y="607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554" t="-35841" r="-163554" b="-3302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9603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91180" y="9657080"/>
            <a:ext cx="4172468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2424" y="43269"/>
            <a:ext cx="4356100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Instruct</a:t>
            </a:r>
            <a:r>
              <a:rPr lang="en-US" b="true" sz="5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ions: 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24326" y="1259579"/>
            <a:ext cx="18539321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There will be two rounds: </a:t>
            </a:r>
          </a:p>
          <a:p>
            <a:pPr algn="l">
              <a:lnSpc>
                <a:spcPts val="2995"/>
              </a:lnSpc>
            </a:pP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Round 1 - PPT Submission: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Each student has to choose only one domain.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only the given template and follow the format specified (No other templates are allowed).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Presentations are restricted to a maximum of</a:t>
            </a: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10 slides .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Keep it visual and clean, avoid heavy text.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Focus on clarity, originality, and relevance.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Each sli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should focus only on the points specified for it, without repeating or overlapping content from other slides.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file name of the PPT should follow the format: {StudentName_DomainName}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the registered students must submit their PPTs by </a:t>
            </a: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27th June, 05:00 PM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Late submissions will not be considered.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2424" y="5059769"/>
            <a:ext cx="16712331" cy="1302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Submission shoul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 be made through the link provided : </a:t>
            </a:r>
            <a:r>
              <a:rPr lang="en-US" b="true" sz="2100" u="sng">
                <a:solidFill>
                  <a:srgbClr val="153D90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5" tooltip="https://flashforte2k26.vercel.app/ideathon/submit"/>
              </a:rPr>
              <a:t>Submission Link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Shortlisted students will be notified via the email ID provided during registration.</a:t>
            </a:r>
          </a:p>
          <a:p>
            <a:pPr algn="l">
              <a:lnSpc>
                <a:spcPts val="46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61633" y="6047462"/>
            <a:ext cx="15493149" cy="150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4" indent="-248282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Round 2 - Idea Pitching:</a:t>
            </a: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453385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event will be conducted online on </a:t>
            </a:r>
            <a:r>
              <a:rPr lang="en-US" b="true" sz="20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30th June at 02:00 PM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453385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selected students must present their idea to the jury on the day of the event.</a:t>
            </a:r>
          </a:p>
          <a:p>
            <a:pPr algn="l">
              <a:lnSpc>
                <a:spcPts val="29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41921" y="7310477"/>
            <a:ext cx="15132573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Note: Delete this slide before submitting the PPT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538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12575"/>
          </a:xfrm>
          <a:custGeom>
            <a:avLst/>
            <a:gdLst/>
            <a:ahLst/>
            <a:cxnLst/>
            <a:rect r="r" b="b" t="t" l="l"/>
            <a:pathLst>
              <a:path h="612575" w="18288000">
                <a:moveTo>
                  <a:pt x="0" y="0"/>
                </a:moveTo>
                <a:lnTo>
                  <a:pt x="18288000" y="0"/>
                </a:lnTo>
                <a:lnTo>
                  <a:pt x="18288000" y="612575"/>
                </a:lnTo>
                <a:lnTo>
                  <a:pt x="0" y="61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6" t="-3667" r="-1616" b="-80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4568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81512" y="9662115"/>
            <a:ext cx="4791802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25785" y="962025"/>
            <a:ext cx="9377878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Details &amp; Domain Info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8885" y="1892061"/>
            <a:ext cx="4737735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Name of The Student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 &amp; Section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Chosen Domain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38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12575"/>
          </a:xfrm>
          <a:custGeom>
            <a:avLst/>
            <a:gdLst/>
            <a:ahLst/>
            <a:cxnLst/>
            <a:rect r="r" b="b" t="t" l="l"/>
            <a:pathLst>
              <a:path h="612575" w="18288000">
                <a:moveTo>
                  <a:pt x="0" y="0"/>
                </a:moveTo>
                <a:lnTo>
                  <a:pt x="18288000" y="0"/>
                </a:lnTo>
                <a:lnTo>
                  <a:pt x="18288000" y="612575"/>
                </a:lnTo>
                <a:lnTo>
                  <a:pt x="0" y="61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313" t="-6558" r="-42313" b="-932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4568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2234" y="2160122"/>
            <a:ext cx="1693047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Briefly explain the situation or background, mention any facts or pain points, and also explain what current solutions are missing or not solving well.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38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85439" y="9662115"/>
            <a:ext cx="4383948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753776" y="1229317"/>
            <a:ext cx="824676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</a:t>
            </a: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 &amp; Context</a:t>
            </a:r>
          </a:p>
          <a:p>
            <a:pPr algn="ctr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12575"/>
          </a:xfrm>
          <a:custGeom>
            <a:avLst/>
            <a:gdLst/>
            <a:ahLst/>
            <a:cxnLst/>
            <a:rect r="r" b="b" t="t" l="l"/>
            <a:pathLst>
              <a:path h="612575" w="18288000">
                <a:moveTo>
                  <a:pt x="0" y="0"/>
                </a:moveTo>
                <a:lnTo>
                  <a:pt x="18288000" y="0"/>
                </a:lnTo>
                <a:lnTo>
                  <a:pt x="18288000" y="612575"/>
                </a:lnTo>
                <a:lnTo>
                  <a:pt x="0" y="61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698" t="-6941" r="-47698" b="-1045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4568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1818" y="1307370"/>
            <a:ext cx="504742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8885" y="2272444"/>
            <a:ext cx="1769911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Clearly describe the problem you want to solve, who faces it, and why it’s important to address.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3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761493" y="9662115"/>
            <a:ext cx="5637723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07540"/>
          </a:xfrm>
          <a:custGeom>
            <a:avLst/>
            <a:gdLst/>
            <a:ahLst/>
            <a:cxnLst/>
            <a:rect r="r" b="b" t="t" l="l"/>
            <a:pathLst>
              <a:path h="607540" w="18288000">
                <a:moveTo>
                  <a:pt x="0" y="0"/>
                </a:moveTo>
                <a:lnTo>
                  <a:pt x="18288000" y="0"/>
                </a:lnTo>
                <a:lnTo>
                  <a:pt x="18288000" y="607540"/>
                </a:lnTo>
                <a:lnTo>
                  <a:pt x="0" y="607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941" t="-22984" r="-106829" b="-1932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4568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92622" y="1203717"/>
            <a:ext cx="6333228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Proposed Idea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8885" y="2161449"/>
            <a:ext cx="17699115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Give your idea a name (if you have one), write a one-line summary, and clearly explain what your idea is and why it’s new, useful, or different from others.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3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156136" y="9657080"/>
            <a:ext cx="7042556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12575"/>
          </a:xfrm>
          <a:custGeom>
            <a:avLst/>
            <a:gdLst/>
            <a:ahLst/>
            <a:cxnLst/>
            <a:rect r="r" b="b" t="t" l="l"/>
            <a:pathLst>
              <a:path h="612575" w="18288000">
                <a:moveTo>
                  <a:pt x="0" y="0"/>
                </a:moveTo>
                <a:lnTo>
                  <a:pt x="18288000" y="0"/>
                </a:lnTo>
                <a:lnTo>
                  <a:pt x="18288000" y="612575"/>
                </a:lnTo>
                <a:lnTo>
                  <a:pt x="0" y="61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95" t="-9697" r="-86495" b="-1857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4568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93444" y="1176999"/>
            <a:ext cx="628812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Conceptual 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2933" y="2163200"/>
            <a:ext cx="17522134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Describe how your idea conceptually works step by step, and add a simple diagram (like a conceptual diagram, mind map, or flowchart) if possible to show the flow.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3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458250" y="9662115"/>
            <a:ext cx="6438326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12575"/>
          </a:xfrm>
          <a:custGeom>
            <a:avLst/>
            <a:gdLst/>
            <a:ahLst/>
            <a:cxnLst/>
            <a:rect r="r" b="b" t="t" l="l"/>
            <a:pathLst>
              <a:path h="612575" w="18288000">
                <a:moveTo>
                  <a:pt x="0" y="0"/>
                </a:moveTo>
                <a:lnTo>
                  <a:pt x="18288000" y="0"/>
                </a:lnTo>
                <a:lnTo>
                  <a:pt x="18288000" y="612575"/>
                </a:lnTo>
                <a:lnTo>
                  <a:pt x="0" y="61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30" t="-6268" r="-38230" b="-847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4568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33904" y="1179075"/>
            <a:ext cx="8989894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A</a:t>
            </a: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udience &amp; Use Case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17860" y="2127291"/>
            <a:ext cx="17452280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Expla</a:t>
            </a: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who your idea is meant for and describe the real-life situations or places where it can be used.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3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337404" y="9662115"/>
            <a:ext cx="6680018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79460"/>
            <a:ext cx="18288000" cy="612575"/>
          </a:xfrm>
          <a:custGeom>
            <a:avLst/>
            <a:gdLst/>
            <a:ahLst/>
            <a:cxnLst/>
            <a:rect r="r" b="b" t="t" l="l"/>
            <a:pathLst>
              <a:path h="612575" w="18288000">
                <a:moveTo>
                  <a:pt x="0" y="0"/>
                </a:moveTo>
                <a:lnTo>
                  <a:pt x="18288000" y="0"/>
                </a:lnTo>
                <a:lnTo>
                  <a:pt x="18288000" y="612575"/>
                </a:lnTo>
                <a:lnTo>
                  <a:pt x="0" y="61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845" t="-8870" r="-74845" b="-1613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9" y="8984568"/>
            <a:ext cx="879631" cy="971480"/>
          </a:xfrm>
          <a:custGeom>
            <a:avLst/>
            <a:gdLst/>
            <a:ahLst/>
            <a:cxnLst/>
            <a:rect r="r" b="b" t="t" l="l"/>
            <a:pathLst>
              <a:path h="971480" w="879631">
                <a:moveTo>
                  <a:pt x="0" y="0"/>
                </a:moveTo>
                <a:lnTo>
                  <a:pt x="879631" y="0"/>
                </a:lnTo>
                <a:lnTo>
                  <a:pt x="879631" y="971480"/>
                </a:lnTo>
                <a:lnTo>
                  <a:pt x="0" y="97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967005" y="1224393"/>
            <a:ext cx="7584255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</a:t>
            </a: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ure Scope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66208"/>
            <a:ext cx="13558521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Briefly expla</a:t>
            </a: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how your idea can grow or be improved in the future.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677413" y="0"/>
            <a:ext cx="1610587" cy="1639157"/>
            <a:chOff x="0" y="0"/>
            <a:chExt cx="2147449" cy="21855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3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254323" y="9662115"/>
            <a:ext cx="6846181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300333" y="2179053"/>
            <a:ext cx="6580696" cy="4857750"/>
          </a:xfrm>
          <a:custGeom>
            <a:avLst/>
            <a:gdLst/>
            <a:ahLst/>
            <a:cxnLst/>
            <a:rect r="r" b="b" t="t" l="l"/>
            <a:pathLst>
              <a:path h="4857750" w="6580696">
                <a:moveTo>
                  <a:pt x="0" y="0"/>
                </a:moveTo>
                <a:lnTo>
                  <a:pt x="6580696" y="0"/>
                </a:lnTo>
                <a:lnTo>
                  <a:pt x="6580696" y="4857750"/>
                </a:lnTo>
                <a:lnTo>
                  <a:pt x="0" y="4857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05718" y="7168186"/>
            <a:ext cx="1667534" cy="2557146"/>
          </a:xfrm>
          <a:custGeom>
            <a:avLst/>
            <a:gdLst/>
            <a:ahLst/>
            <a:cxnLst/>
            <a:rect r="r" b="b" t="t" l="l"/>
            <a:pathLst>
              <a:path h="2557146" w="1667534">
                <a:moveTo>
                  <a:pt x="0" y="0"/>
                </a:moveTo>
                <a:lnTo>
                  <a:pt x="1667533" y="0"/>
                </a:lnTo>
                <a:lnTo>
                  <a:pt x="1667533" y="2557146"/>
                </a:lnTo>
                <a:lnTo>
                  <a:pt x="0" y="25571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-9148" r="0" b="-914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85433" y="5390973"/>
            <a:ext cx="1120285" cy="1470541"/>
          </a:xfrm>
          <a:custGeom>
            <a:avLst/>
            <a:gdLst/>
            <a:ahLst/>
            <a:cxnLst/>
            <a:rect r="r" b="b" t="t" l="l"/>
            <a:pathLst>
              <a:path h="1470541" w="1120285">
                <a:moveTo>
                  <a:pt x="0" y="0"/>
                </a:moveTo>
                <a:lnTo>
                  <a:pt x="1120285" y="0"/>
                </a:lnTo>
                <a:lnTo>
                  <a:pt x="1120285" y="1470542"/>
                </a:lnTo>
                <a:lnTo>
                  <a:pt x="0" y="1470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651615" y="9010707"/>
            <a:ext cx="1445487" cy="0"/>
          </a:xfrm>
          <a:prstGeom prst="line">
            <a:avLst/>
          </a:prstGeom>
          <a:ln cap="flat" w="38100">
            <a:solidFill>
              <a:srgbClr val="1D348A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097102" y="1028700"/>
            <a:ext cx="543033" cy="5430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40135" y="5583578"/>
            <a:ext cx="362022" cy="36202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584247" y="1293803"/>
            <a:ext cx="458941" cy="4589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95011" y="1028700"/>
            <a:ext cx="465272" cy="46527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9626" y="2017847"/>
            <a:ext cx="280071" cy="28007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5508" y="4175734"/>
            <a:ext cx="535572" cy="53557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71209" y="666678"/>
            <a:ext cx="362022" cy="36202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>
            <a:off x="4097102" y="6869194"/>
            <a:ext cx="11277282" cy="2456752"/>
          </a:xfrm>
          <a:custGeom>
            <a:avLst/>
            <a:gdLst/>
            <a:ahLst/>
            <a:cxnLst/>
            <a:rect r="r" b="b" t="t" l="l"/>
            <a:pathLst>
              <a:path h="2456752" w="11277282">
                <a:moveTo>
                  <a:pt x="0" y="2141513"/>
                </a:moveTo>
                <a:quadBezTo>
                  <a:pt x="12785772" y="3336788"/>
                  <a:pt x="11075501" y="0"/>
                </a:quadBezTo>
              </a:path>
            </a:pathLst>
          </a:custGeom>
          <a:ln cap="flat" w="38100">
            <a:solidFill>
              <a:srgbClr val="1D348A">
                <a:alpha val="4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>
            <a:off x="7136419" y="6869194"/>
            <a:ext cx="8607847" cy="2331956"/>
          </a:xfrm>
          <a:custGeom>
            <a:avLst/>
            <a:gdLst/>
            <a:ahLst/>
            <a:cxnLst/>
            <a:rect r="r" b="b" t="t" l="l"/>
            <a:pathLst>
              <a:path h="2331956" w="8607847">
                <a:moveTo>
                  <a:pt x="0" y="2331956"/>
                </a:moveTo>
                <a:quadBezTo>
                  <a:pt x="10826130" y="1183294"/>
                  <a:pt x="8036184" y="0"/>
                </a:quadBezTo>
              </a:path>
            </a:pathLst>
          </a:custGeom>
          <a:ln cap="flat" w="38100">
            <a:solidFill>
              <a:srgbClr val="1D348A">
                <a:alpha val="49804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7082699" y="6037944"/>
            <a:ext cx="176601" cy="176601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329206" y="4367261"/>
            <a:ext cx="344046" cy="344046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09944" y="567618"/>
            <a:ext cx="461082" cy="46108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699158" y="2958429"/>
            <a:ext cx="280071" cy="280071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152053" y="4107090"/>
            <a:ext cx="432194" cy="43219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71544" y="7332073"/>
            <a:ext cx="280071" cy="280071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0CCED">
                <a:alpha val="49804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810884" y="8818912"/>
            <a:ext cx="1682185" cy="71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  <a:r>
              <a:rPr lang="en-US" sz="2097">
                <a:solidFill>
                  <a:srgbClr val="000000">
                    <a:alpha val="49804"/>
                  </a:srgbClr>
                </a:solidFill>
                <a:latin typeface="TT Chocolates"/>
                <a:ea typeface="TT Chocolates"/>
                <a:cs typeface="TT Chocolates"/>
                <a:sym typeface="TT Chocolates"/>
              </a:rPr>
              <a:t>Ideathon 2k26</a:t>
            </a:r>
          </a:p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92935" y="3464678"/>
            <a:ext cx="18102130" cy="266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7"/>
              </a:lnSpc>
              <a:spcBef>
                <a:spcPct val="0"/>
              </a:spcBef>
            </a:pPr>
            <a:r>
              <a:rPr lang="en-US" sz="1562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THANK YOU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6062665" y="567618"/>
            <a:ext cx="1610587" cy="1639157"/>
            <a:chOff x="0" y="0"/>
            <a:chExt cx="2147449" cy="2185543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458214" y="1901078"/>
              <a:ext cx="1231022" cy="284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  <a:spcBef>
                  <a:spcPct val="0"/>
                </a:spcBef>
              </a:pPr>
              <a:r>
                <a:rPr lang="en-US" b="true" sz="1266" spc="82">
                  <a:solidFill>
                    <a:srgbClr val="153D9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VNRVJIET</a:t>
              </a:r>
            </a:p>
          </p:txBody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47449" cy="1861044"/>
            </a:xfrm>
            <a:custGeom>
              <a:avLst/>
              <a:gdLst/>
              <a:ahLst/>
              <a:cxnLst/>
              <a:rect r="r" b="b" t="t" l="l"/>
              <a:pathLst>
                <a:path h="1861044" w="2147449">
                  <a:moveTo>
                    <a:pt x="0" y="0"/>
                  </a:moveTo>
                  <a:lnTo>
                    <a:pt x="2147449" y="0"/>
                  </a:lnTo>
                  <a:lnTo>
                    <a:pt x="2147449" y="1861044"/>
                  </a:lnTo>
                  <a:lnTo>
                    <a:pt x="0" y="186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538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DAHMhnuaWRs</dc:identifier>
  <dcterms:modified xsi:type="dcterms:W3CDTF">2011-08-01T06:04:30Z</dcterms:modified>
  <cp:revision>1</cp:revision>
  <dc:title>Ideathon Pitch Template</dc:title>
</cp:coreProperties>
</file>